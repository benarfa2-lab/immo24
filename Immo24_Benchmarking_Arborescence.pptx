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8338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IMMO24.tn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&amp; Architecture du Site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immobilier neuf &amp; agences en Tunisie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0" y="3566160"/>
            <a:ext cx="274320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 2026  |  Document confidentiel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A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BienIci.com vs SeLoger.com | Menu complet, arborescence et recommandations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Sommaire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64008" cy="73152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Comparatif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572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BienIci vs SeLoger vs Immo24.tn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64008" cy="73152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914400" y="21031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Principal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2487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rubriques et sous-menus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40080" y="3017520"/>
            <a:ext cx="64008" cy="73152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914400" y="30175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Arborescence Detaillee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34015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 pages structurees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64008" cy="73152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914400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4592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Strategiques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315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Differenciateurs et inspirations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82880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Benchmarking Comparatif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comparative BienIci.com vs SeLoger.com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positionnement recommande pour Immo24.tn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Benchmarking : Positionnement &amp; Recherche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392582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BienIci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SeLoger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Immo24.tn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POSITIONNEMENT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Marche cible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 - Ancien + Neuf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 - Ancien + Neuf + Location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Tunisie - Neuf + Agences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d'annonceurs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Agences uniquement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Agences + Promoteurs + Particuliers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Agences + Promoteurs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Modele economique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Abonnement (70-499€/mois)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Abonnement + Pub + Premium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Abonnement + Commission + Partenaires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RECHERCHE &amp; NAVIGATION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 interactive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Carte 3D proprietaire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Carte 2D classique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 2D/Satellite (Maps/Mapbox)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Temps de trajet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Isochrone avance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Isochrone simplifie (V2)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Filtres avances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Type, prix, surface, pieces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Type, prix, surface, DPE, parking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Type, prix, surface, standing, vue mer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Email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Email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Email + WhatsApp + SMS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 des prix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Prix au m² par zone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Estimation en ligne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Prix moyen par gouvernorat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Benchmarking : Contenu &amp; Outils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392582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BienIci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SeLoger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Immo24.tn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CONTENU &amp; PAGES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Fiches programmes neufs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SeLogerNeuf dedie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Coeur du site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Annuaire agences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Basique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Avec avis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Complet + avis + carte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Visite virtuelle 360°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premium promoteurs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 acheteur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Quartier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Edito complet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 achat neuf Tunisie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OUTILS &amp;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Simulateur credit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Complet (taux, capacite)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Credit tunisien (STB, BH, Amen)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Demenagement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Partenariat Nextories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Annuaire demenageurs locaux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Decoration / Meubles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Enseignes meubles partenaires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Estimation bien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Estimation par zone (V2)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Benchmarking : Ecosysteme &amp; Technique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315772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BienIci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SeLoger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Immo24.tn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ECOSYSTEME &amp; PARTENAIRES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Partenaires bancaires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Vousfinancer, La Centrale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BH, STB, Amen, BNA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Notaires / Juridique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Frais notaire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 juridique + Annuaire notaires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Assurance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Partenaires assurance habitation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&amp; UX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mobile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iOS + Android + Desktop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iOS + Android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PWA (V1), App native (V2)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Multilangue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Francais uniquement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Francais uniquement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Francais + Arabe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Publicite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Zero pub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Bannieres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Limitee et contextuelle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82880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 Principal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principale du site avec 8 rubriques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l'ensemble des sous-menus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 Principal (1/2)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54864" cy="18288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48640" y="987552"/>
            <a:ext cx="411480" cy="411480"/>
          </a:xfrm>
          <a:prstGeom prst="ellipse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06070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9875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Immobilier Neuf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14630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sur carte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Appartements neufs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Villas &amp; Maisons neuves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Residences balneaires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en cours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imminente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des prix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63440" y="82296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663440" y="822960"/>
            <a:ext cx="54864" cy="18288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4846320" y="987552"/>
            <a:ext cx="411480" cy="411480"/>
          </a:xfrm>
          <a:prstGeom prst="ellipse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070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9875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Promoteurs &amp; Agences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892040" y="14630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Annuaire promoteurs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Annuaire agences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par gouvernorat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agences + avis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promoteurs du mois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Devenir partenaire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65760" y="283464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365760" y="2834640"/>
            <a:ext cx="54864" cy="18288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548640" y="2999232"/>
            <a:ext cx="411480" cy="411480"/>
          </a:xfrm>
          <a:prstGeom prst="ellipse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072384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7280" y="29992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94360" y="34747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Simuler mon credit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les taux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Capacite d'emprunt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de notaire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Aides FOPROLOS / SPROLS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credit en ligne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663440" y="283464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18"/>
          <p:cNvSpPr/>
          <p:nvPr/>
        </p:nvSpPr>
        <p:spPr>
          <a:xfrm>
            <a:off x="4663440" y="2834640"/>
            <a:ext cx="54864" cy="18288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19"/>
          <p:cNvSpPr/>
          <p:nvPr/>
        </p:nvSpPr>
        <p:spPr>
          <a:xfrm>
            <a:off x="4846320" y="2999232"/>
            <a:ext cx="411480" cy="411480"/>
          </a:xfrm>
          <a:prstGeom prst="ellipse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072384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94960" y="29992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Demenagement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892040" y="34747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un demenageur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un devis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demenagement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STEG / SONEDE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Conseils &amp; Astuces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 Principal (2/2)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54864" cy="18288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48640" y="987552"/>
            <a:ext cx="411480" cy="411480"/>
          </a:xfrm>
          <a:prstGeom prst="ellipse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06070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9875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Decoration &amp; Meubles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14630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Enseignes partenaires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Cuisinistes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Electromenager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speciales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 deco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Architectes d'interieur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63440" y="82296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663440" y="822960"/>
            <a:ext cx="54864" cy="18288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4846320" y="987552"/>
            <a:ext cx="411480" cy="411480"/>
          </a:xfrm>
          <a:prstGeom prst="ellipse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060704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9875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Partenaires &amp; Services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892040" y="14630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Banques partenaires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Assurances habitation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Notaires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 renovation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Domotique &amp; Securite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65760" y="283464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365760" y="2834640"/>
            <a:ext cx="54864" cy="18288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548640" y="2999232"/>
            <a:ext cx="411480" cy="411480"/>
          </a:xfrm>
          <a:prstGeom prst="ellipse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072384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7280" y="29992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&amp; Conseils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94360" y="34747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achat neuf Tunisie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Aspects juridiques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Fiscalite immobiliere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acheter ? Guides villes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/ Actualites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663440" y="283464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18"/>
          <p:cNvSpPr/>
          <p:nvPr/>
        </p:nvSpPr>
        <p:spPr>
          <a:xfrm>
            <a:off x="4663440" y="2834640"/>
            <a:ext cx="54864" cy="18288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19"/>
          <p:cNvSpPr/>
          <p:nvPr/>
        </p:nvSpPr>
        <p:spPr>
          <a:xfrm>
            <a:off x="4846320" y="2999232"/>
            <a:ext cx="411480" cy="411480"/>
          </a:xfrm>
          <a:prstGeom prst="ellipse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072384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94960" y="29992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Espace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892040" y="34747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favoris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alertes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Recherches sauvegardees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 credit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de contact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Parametres / Profil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82880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Arborescence du Site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hierarchique de l'ensemble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pages du site Immo24.tn (80+ pages)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Arborescence : Accueil &amp; Recherche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77240" y="11704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de recherche + carte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44752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77240" y="140817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mis en avant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82496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77240" y="16459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Derniers biens ajoutes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77240" y="188366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promoteurs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157984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77240" y="212140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Bandeau partenaires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395728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77240" y="23591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Actualites / Blog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706624"/>
            <a:ext cx="8412480" cy="3200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48640" y="270662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Immobilier Neuf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090672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77240" y="305409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Carte (page principale) &gt; Filtres, Vue carte, Vue liste, Vue grille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328416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77240" y="32918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type &gt; Apparts, Villas, Residences balneaires, Locaux, Terrains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566160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77240" y="35295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region &gt; Grand Tunis, Cap Bon, Sahel, Sud, Nord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803904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77240" y="3767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Programme &gt; Galerie, Plans, Prix, Carte, Promoteur, Contact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4041648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777240" y="40050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des prix au m²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4279392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777240" y="42428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imminente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Arborescence : Promoteurs, Financement &amp; Services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Promoteurs &amp; Agences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77240" y="11704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Annuaire Promoteurs (Liste/Carte)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44752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77240" y="140817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Annuaire Agences (Liste/Carte)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82496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77240" y="16459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Pro &gt; Presentation, Projets, Avis, Contact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77240" y="188366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promoteurs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157984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77240" y="212140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Pro : Devenir partenaire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3200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48640" y="2468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852928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77240" y="28163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 credit &gt; Montant, Duree, Tableau amortissement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090672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77240" y="305409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Capacite d'emprunt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328416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77240" y="32918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de notaire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566160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77240" y="35295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Aides FOPROLOS / SPROLS / 1ere acquisition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803904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77240" y="37673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Banques partenaires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4041648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777240" y="40050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credit en ligne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352544"/>
            <a:ext cx="8412480" cy="3200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48640" y="435254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Demenagement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736592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777240" y="47000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Annuaire demenageurs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4974336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777240" y="49377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 en ligne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5212080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777240" y="517550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5449824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777240" y="541324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Transferts STEG / SONEDE / Telecom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Arborescence : Deco, Guide &amp; Espaces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Decoration &amp; Meubles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77240" y="11704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Enseignes &gt; Cuisinistes, Mobilier, Electromenager, SDB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44752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77240" y="140817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&amp; Promotions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82496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77240" y="16459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 deco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1920240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77240" y="188366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Architectes d'interieur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231136"/>
            <a:ext cx="8412480" cy="3200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48640" y="223113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Partenaires &amp; Services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615184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77240" y="257860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Banques, Assurances, Notaires, Architectes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852928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77240" y="28163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 renovation, Domotique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090672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77240" y="305409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Devenir partenaire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401568"/>
            <a:ext cx="8412480" cy="3200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48640" y="34015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&amp; Conseils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785616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77240" y="374904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achat neuf &gt; Etapes, Documents, Pieges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4023360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77240" y="398678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Juridique, Fiscalite, Ou acheter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4261104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777240" y="42245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/ Actualites, FAQ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Espace + Espace Pro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956048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777240" y="49194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Favoris, Alertes, Recherches, Simulateur, Contact, Profil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5193792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777240" y="51572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Pro, Annonces, Stats, Abonnement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5504688"/>
            <a:ext cx="8412480" cy="32004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548640" y="550468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Footer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5888736"/>
            <a:ext cx="109728" cy="10972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777240" y="58521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propos, Contact, Mentions legales, CGU, Confidentialite, Plan du site, Recrutement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82880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Recommandations Strategiques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Differenciateurs cles et inspirations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retenir pour Immo24.tn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Differenciateurs Immo24.tn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02336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WhatsApp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dominant en Tunisie. Alertes WhatsApp + SMS en plus de l'email, avantage que ni BienIci ni SeLoger n'offrent.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023360" cy="5486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89204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Ecosysteme complet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Guichet unique : immobilier neuf + financement + demenagement + decoration. Aucun concurrent tunisien ne le fait.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65760" y="2880360"/>
            <a:ext cx="402336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9436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Bilingue FR / 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4747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Couvrir l'ensemble du marche tunisien et la diaspora francophone avec un site bilingue francais / arabe.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8803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663440" y="2880360"/>
            <a:ext cx="402336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89204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Aides FOPROLOS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4747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 d'eligibilite FOPROLOS / SPROLS unique en Tunisie pour aider les primo-accedants.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Inspirations des Leaders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54864" cy="17373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1371600" cy="256032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BienIci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57400" y="1005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immersive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 interactive comme experience principale. Pins cliquables avec apercu du bien sans quitter la carte.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54864" cy="17373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92040" y="1005840"/>
            <a:ext cx="1371600" cy="256032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BienIci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355080" y="1005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Pro-only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417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Limiter aux professionnels garantit la qualite des annonces et une base monetisable fiable.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54864" cy="173736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94360" y="3017520"/>
            <a:ext cx="1371600" cy="256032"/>
          </a:xfrm>
          <a:prstGeom prst="rect">
            <a:avLst/>
          </a:prstGeom>
          <a:solidFill>
            <a:srgbClr val="E8A83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SeLoger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57400" y="3017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Simulateur credit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4290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 un fort trafic. Adapter aux banques tunisiennes (BH, STB, Amen Bank) avec les taux reels.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663440" y="2880360"/>
            <a:ext cx="54864" cy="173736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92040" y="3017520"/>
            <a:ext cx="1371600" cy="256032"/>
          </a:xfrm>
          <a:prstGeom prst="rect">
            <a:avLst/>
          </a:prstGeom>
          <a:solidFill>
            <a:srgbClr val="E8A83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SeLoger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55080" y="3017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editorial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4290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riche en contenu SEO pour generer du trafic organique (guide achat, fiscalite, villes).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IMMO24.tn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etapes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82880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l'arborescence et le menu avec l'equipe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0" y="3611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les wireframes des pages cles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la stack technique (Next.js + Mapbox)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3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Developper le MVP : Carte + Fiches + Simulateur credit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1150</Words>
  <Application>Microsoft Office PowerPoint</Application>
  <PresentationFormat>Affichage à l'écran (16:9)</PresentationFormat>
  <Paragraphs>299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Immo24.tn - Benchmarking &amp; Architecture du Site</dc:title>
  <dc:subject>PptxGenJS Presentation</dc:subject>
  <dc:creator>Immo24.tn</dc:creator>
  <cp:lastModifiedBy>Emna Sadfi</cp:lastModifiedBy>
  <cp:revision>1</cp:revision>
  <dcterms:created xsi:type="dcterms:W3CDTF">2026-04-17T10:47:44Z</dcterms:created>
  <dcterms:modified xsi:type="dcterms:W3CDTF">2026-04-17T10:54:33Z</dcterms:modified>
</cp:coreProperties>
</file>